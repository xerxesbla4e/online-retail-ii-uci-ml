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91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06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3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05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0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33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93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79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12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76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33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38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0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756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317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532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31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6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IMDb Sentiment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Using Logistic Regression, LSTM, and Q-Learning Model Selector</a:t>
            </a:r>
          </a:p>
          <a:p>
            <a:pPr marL="0" indent="0">
              <a:buNone/>
            </a:pPr>
            <a:r>
              <a:rPr dirty="0"/>
              <a:t>Prepared By: </a:t>
            </a:r>
            <a:r>
              <a:rPr lang="en-GB" dirty="0"/>
              <a:t>MUGASHA BLAISE BRADLEY</a:t>
            </a:r>
          </a:p>
          <a:p>
            <a:pPr marL="0" indent="0">
              <a:buNone/>
            </a:pPr>
            <a:r>
              <a:rPr lang="en-GB" dirty="0"/>
              <a:t>REG NO: 2024-M132-23976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NLP preprocessing on 50,000 IMDb reviews</a:t>
            </a:r>
          </a:p>
          <a:p>
            <a:pPr marL="0" indent="0">
              <a:buNone/>
            </a:pPr>
            <a:r>
              <a:rPr dirty="0"/>
              <a:t>Train ML (Logistic Regression) and DL (LSTM) models</a:t>
            </a:r>
          </a:p>
          <a:p>
            <a:pPr marL="0" indent="0">
              <a:buNone/>
            </a:pPr>
            <a:r>
              <a:rPr dirty="0"/>
              <a:t>Reinforcement Learning to select best model per review</a:t>
            </a:r>
          </a:p>
          <a:p>
            <a:pPr marL="0" indent="0">
              <a:buNone/>
            </a:pPr>
            <a:r>
              <a:rPr dirty="0"/>
              <a:t>Compare accuracy and interpret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BD4798-5A99-20C9-73CD-168096CC73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7203" y="2487168"/>
            <a:ext cx="3537647" cy="313143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50,000 movie reviews (balanced 25k positive / 25k negative)</a:t>
            </a:r>
          </a:p>
          <a:p>
            <a:pPr marL="0" indent="0">
              <a:buNone/>
            </a:pPr>
            <a:r>
              <a:rPr dirty="0"/>
              <a:t>Contains long/short reviews, HTML tags, noise</a:t>
            </a:r>
          </a:p>
          <a:p>
            <a:pPr marL="0" indent="0">
              <a:buNone/>
            </a:pPr>
            <a:r>
              <a:rPr dirty="0"/>
              <a:t>Used for binary sentiment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Cleaning Steps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658016-7307-C64F-0D5C-F16B0213B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323" y="2732184"/>
            <a:ext cx="7014176" cy="3210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TF‑IDF: 10,000 features → matrix (50,000 × 10,000)</a:t>
            </a:r>
          </a:p>
          <a:p>
            <a:pPr marL="0" indent="0">
              <a:buNone/>
            </a:pPr>
            <a:r>
              <a:rPr dirty="0"/>
              <a:t>Tokenizer vocab: 214,621 unique words</a:t>
            </a:r>
          </a:p>
          <a:p>
            <a:pPr marL="0" indent="0">
              <a:buNone/>
            </a:pPr>
            <a:r>
              <a:rPr dirty="0"/>
              <a:t>Average review length: ~225 tokens</a:t>
            </a:r>
          </a:p>
          <a:p>
            <a:pPr marL="0" indent="0">
              <a:buNone/>
            </a:pPr>
            <a:r>
              <a:rPr dirty="0"/>
              <a:t>Padded sequences: length 439 → matrix (50,000 × 439)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Input: TF‑IDF vectors</a:t>
            </a:r>
          </a:p>
          <a:p>
            <a:pPr marL="0" indent="0">
              <a:buNone/>
            </a:pPr>
            <a:r>
              <a:rPr dirty="0"/>
              <a:t>Accuracy: 0.8916</a:t>
            </a:r>
          </a:p>
          <a:p>
            <a:pPr marL="0" indent="0">
              <a:buNone/>
            </a:pPr>
            <a:r>
              <a:rPr dirty="0"/>
              <a:t>Precision: 0.8838 | Recall: 0.9018 | F1: 0.8927</a:t>
            </a:r>
          </a:p>
          <a:p>
            <a:pPr marL="0" indent="0">
              <a:buNone/>
            </a:pPr>
            <a:r>
              <a:rPr dirty="0"/>
              <a:t>Strong performance on short/sentiment-heavy reviews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Logistic Regression – Misclassifications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Some positive reviews misclassified as negative</a:t>
            </a:r>
          </a:p>
          <a:p>
            <a:pPr marL="0" indent="0">
              <a:buNone/>
            </a:pPr>
            <a:r>
              <a:rPr dirty="0"/>
              <a:t>Some negative reviews misclassified as positive</a:t>
            </a:r>
          </a:p>
          <a:p>
            <a:pPr marL="0" indent="0">
              <a:buNone/>
            </a:pPr>
            <a:r>
              <a:rPr dirty="0"/>
              <a:t>Often occurs with sarcasm, nuanced writing, or long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D7134-8761-F0C5-4F99-126091E44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204" y="2776251"/>
            <a:ext cx="4147818" cy="2688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Deep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Embedding(10k, 128D) → LSTM(128 units) → Dense(sigmoid)</a:t>
            </a:r>
          </a:p>
          <a:p>
            <a:pPr marL="0" indent="0">
              <a:buNone/>
            </a:pPr>
            <a:r>
              <a:rPr dirty="0"/>
              <a:t>Accuracy: 0.8448</a:t>
            </a:r>
          </a:p>
          <a:p>
            <a:pPr marL="0" indent="0">
              <a:buNone/>
            </a:pPr>
            <a:r>
              <a:rPr dirty="0"/>
              <a:t>Precision: 0.8107 | Recall: 0.8996 | F1: 0.8529</a:t>
            </a:r>
          </a:p>
          <a:p>
            <a:pPr marL="0" indent="0">
              <a:buNone/>
            </a:pPr>
            <a:r>
              <a:rPr dirty="0"/>
              <a:t>Better at long-term dependencies but needs more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– Misclassifications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Fails mostly on short reviews lacking sequence structure</a:t>
            </a:r>
          </a:p>
          <a:p>
            <a:pPr marL="0" indent="0">
              <a:buNone/>
            </a:pPr>
            <a:r>
              <a:rPr dirty="0"/>
              <a:t>Some long reviews predicted incorrectly when sentiment subtle</a:t>
            </a:r>
          </a:p>
          <a:p>
            <a:pPr marL="0" indent="0">
              <a:buNone/>
            </a:pPr>
            <a:r>
              <a:rPr dirty="0"/>
              <a:t>Better performance when context matters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vs DL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Logistic Regression outperformed LSTM in this dataset</a:t>
            </a:r>
          </a:p>
          <a:p>
            <a:pPr marL="0" indent="0">
              <a:buNone/>
            </a:pPr>
            <a:r>
              <a:rPr dirty="0"/>
              <a:t>LR captures explicit sentiment words clearly</a:t>
            </a:r>
          </a:p>
          <a:p>
            <a:pPr marL="0" indent="0">
              <a:buNone/>
            </a:pPr>
            <a:r>
              <a:rPr dirty="0"/>
              <a:t>LSTM captures order/context but undertrained</a:t>
            </a:r>
          </a:p>
          <a:p>
            <a:pPr marL="0" indent="0">
              <a:buNone/>
            </a:pPr>
            <a:r>
              <a:rPr dirty="0"/>
              <a:t>Both models have complementary strengths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C9920F-2857-440F-24B3-A2BA1DBE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G" dirty="0"/>
              <a:t>Confusion Matrix</a:t>
            </a:r>
            <a:br>
              <a:rPr lang="en-UG" dirty="0"/>
            </a:br>
            <a:endParaRPr lang="en-U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837C0F-5F03-B478-2342-6FCC7577F9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5025" y="2495535"/>
            <a:ext cx="3336925" cy="343061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7AEF10C-F29A-C8B6-DD75-936BC39918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7619" y="2495536"/>
            <a:ext cx="3457231" cy="343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3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F7A-D861-E704-32F3-0627917A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G" dirty="0"/>
              <a:t>ROC Curve</a:t>
            </a:r>
            <a:br>
              <a:rPr lang="en-UG" dirty="0"/>
            </a:br>
            <a:endParaRPr lang="en-U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900C96-8671-BBB4-6D55-586C56EBCE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2535" y="2688195"/>
            <a:ext cx="3569465" cy="307362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20185-7016-7E64-58B6-E27DD679A5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5025" y="2688195"/>
            <a:ext cx="3496440" cy="30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38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State: [ML prob, DL prob, confidence diff, review length]</a:t>
            </a:r>
          </a:p>
          <a:p>
            <a:pPr marL="0" indent="0">
              <a:buNone/>
            </a:pPr>
            <a:r>
              <a:rPr dirty="0"/>
              <a:t>Actions: 0 = use ML, 1 = use DL</a:t>
            </a:r>
          </a:p>
          <a:p>
            <a:pPr marL="0" indent="0">
              <a:buNone/>
            </a:pPr>
            <a:r>
              <a:rPr dirty="0"/>
              <a:t>Reward: +10 correct, −5 incorrect</a:t>
            </a:r>
          </a:p>
          <a:p>
            <a:pPr marL="0" indent="0">
              <a:buNone/>
            </a:pPr>
            <a:r>
              <a:rPr dirty="0"/>
              <a:t>Total states: 2835 | Trained for 1000 episodes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RL Model Selector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RL Accuracy: 0.8962 (best overall)</a:t>
            </a:r>
          </a:p>
          <a:p>
            <a:pPr marL="0" indent="0">
              <a:buNone/>
            </a:pPr>
            <a:r>
              <a:rPr dirty="0"/>
              <a:t>RL beats both LR (0.8916) and LSTM (0.8448)</a:t>
            </a:r>
          </a:p>
          <a:p>
            <a:pPr marL="0" indent="0">
              <a:buNone/>
            </a:pPr>
            <a:r>
              <a:rPr dirty="0"/>
              <a:t>Learned when each model performs better</a:t>
            </a:r>
          </a:p>
          <a:p>
            <a:pPr marL="0" indent="0">
              <a:buNone/>
            </a:pPr>
            <a:r>
              <a:rPr dirty="0"/>
              <a:t>Reward curve improved across episodes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Behavior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RL chooses ML for short/keyword-based reviews</a:t>
            </a:r>
          </a:p>
          <a:p>
            <a:pPr marL="0" indent="0">
              <a:buNone/>
            </a:pPr>
            <a:r>
              <a:rPr dirty="0"/>
              <a:t>RL chooses LSTM for long/context-heavy reviews</a:t>
            </a:r>
          </a:p>
          <a:p>
            <a:pPr marL="0" indent="0">
              <a:buNone/>
            </a:pPr>
            <a:r>
              <a:rPr dirty="0"/>
              <a:t>RL reduces misclassification by switching models</a:t>
            </a:r>
          </a:p>
          <a:p>
            <a:pPr marL="0" indent="0">
              <a:buNone/>
            </a:pPr>
            <a:r>
              <a:rPr dirty="0"/>
              <a:t>Shows hybrid systems outperform single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Misclassification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LR struggles with sarcasm &amp; complex narrative</a:t>
            </a:r>
          </a:p>
          <a:p>
            <a:pPr marL="0" indent="0">
              <a:buNone/>
            </a:pPr>
            <a:r>
              <a:rPr dirty="0"/>
              <a:t>LSTM struggles with short reviews lacking context</a:t>
            </a:r>
          </a:p>
          <a:p>
            <a:pPr marL="0" indent="0">
              <a:buNone/>
            </a:pPr>
            <a:r>
              <a:rPr dirty="0"/>
              <a:t>RL reduces both types by choosing smarter per-review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Improvements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 Bi‑LSTM or GRU networks</a:t>
            </a:r>
          </a:p>
          <a:p>
            <a:pPr marL="0" indent="0">
              <a:buNone/>
            </a:pPr>
            <a:r>
              <a:rPr dirty="0"/>
              <a:t>Use pretrained embeddings (</a:t>
            </a:r>
            <a:r>
              <a:rPr dirty="0" err="1"/>
              <a:t>GloVe</a:t>
            </a:r>
            <a:r>
              <a:rPr dirty="0"/>
              <a:t>, BERT)</a:t>
            </a:r>
          </a:p>
          <a:p>
            <a:pPr marL="0" indent="0">
              <a:buNone/>
            </a:pPr>
            <a:r>
              <a:rPr dirty="0"/>
              <a:t>Upgrade RL to Deep Q‑Network (DQN)</a:t>
            </a:r>
          </a:p>
          <a:p>
            <a:pPr marL="0" indent="0">
              <a:buNone/>
            </a:pPr>
            <a:r>
              <a:rPr dirty="0"/>
              <a:t>Tune LSTM training (more epochs, dropout adjustments)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463</Words>
  <Application>Microsoft Office PowerPoint</Application>
  <PresentationFormat>On-screen Show (4:3)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Garamond</vt:lpstr>
      <vt:lpstr>Organic</vt:lpstr>
      <vt:lpstr>IMDb Sentiment Analysis Project</vt:lpstr>
      <vt:lpstr>Project Overview</vt:lpstr>
      <vt:lpstr>Dataset Summary</vt:lpstr>
      <vt:lpstr>Text Cleaning Steps</vt:lpstr>
      <vt:lpstr>Feature Engineering</vt:lpstr>
      <vt:lpstr>Logistic Regression Model</vt:lpstr>
      <vt:lpstr>Logistic Regression – Misclassifications</vt:lpstr>
      <vt:lpstr>LSTM Deep Learning Model</vt:lpstr>
      <vt:lpstr>LSTM – Misclassifications</vt:lpstr>
      <vt:lpstr>ML vs DL Comparison</vt:lpstr>
      <vt:lpstr>Confusion Matrix </vt:lpstr>
      <vt:lpstr>ROC Curve </vt:lpstr>
      <vt:lpstr>Reinforcement Learning Setup</vt:lpstr>
      <vt:lpstr>RL Model Selector Results</vt:lpstr>
      <vt:lpstr>Model Behavior Interpretation</vt:lpstr>
      <vt:lpstr>Misclassification Insights</vt:lpstr>
      <vt:lpstr>Improvements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King Xerxes</dc:creator>
  <cp:keywords/>
  <dc:description>generated using python-pptx</dc:description>
  <cp:lastModifiedBy>King Xerxes</cp:lastModifiedBy>
  <cp:revision>6</cp:revision>
  <dcterms:created xsi:type="dcterms:W3CDTF">2013-01-27T09:14:16Z</dcterms:created>
  <dcterms:modified xsi:type="dcterms:W3CDTF">2025-12-12T08:45:05Z</dcterms:modified>
  <cp:category/>
</cp:coreProperties>
</file>